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7" r:id="rId3"/>
    <p:sldId id="268" r:id="rId4"/>
    <p:sldId id="275" r:id="rId5"/>
    <p:sldId id="276" r:id="rId6"/>
    <p:sldId id="278" r:id="rId7"/>
    <p:sldId id="279" r:id="rId8"/>
    <p:sldId id="271" r:id="rId9"/>
    <p:sldId id="280" r:id="rId10"/>
    <p:sldId id="281" r:id="rId11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C7584B5-BE61-0E46-978B-44D07EF7D1B7}">
          <p14:sldIdLst>
            <p14:sldId id="256"/>
            <p14:sldId id="267"/>
          </p14:sldIdLst>
        </p14:section>
        <p14:section name="Copilot" id="{1524D866-2781-A049-957E-485A6F60C916}">
          <p14:sldIdLst>
            <p14:sldId id="268"/>
            <p14:sldId id="275"/>
            <p14:sldId id="276"/>
            <p14:sldId id="278"/>
            <p14:sldId id="279"/>
          </p14:sldIdLst>
        </p14:section>
        <p14:section name="Administration" id="{D0CEA46B-136B-C14B-89FC-D261BADCC172}">
          <p14:sldIdLst>
            <p14:sldId id="271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58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60" userDrawn="1">
          <p15:clr>
            <a:srgbClr val="A4A3A4"/>
          </p15:clr>
        </p15:guide>
        <p15:guide id="4" orient="horz" pos="41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3A16"/>
    <a:srgbClr val="092F69"/>
    <a:srgbClr val="67070C"/>
    <a:srgbClr val="C06843"/>
    <a:srgbClr val="FFFEFF"/>
    <a:srgbClr val="1E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/>
    <p:restoredTop sz="77985"/>
  </p:normalViewPr>
  <p:slideViewPr>
    <p:cSldViewPr snapToGrid="0" showGuides="1">
      <p:cViewPr varScale="1">
        <p:scale>
          <a:sx n="94" d="100"/>
          <a:sy n="94" d="100"/>
        </p:scale>
        <p:origin x="648" y="496"/>
      </p:cViewPr>
      <p:guideLst>
        <p:guide orient="horz" pos="3858"/>
        <p:guide pos="3840"/>
        <p:guide orient="horz" pos="2260"/>
        <p:guide orient="horz" pos="41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232BC-548E-B54E-9662-2C845A170C92}" type="datetimeFigureOut">
              <a:rPr lang="en-JP" smtClean="0"/>
              <a:t>2026/02/20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5EAB4-D1D5-C241-AC52-2CD4EC62261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2660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2036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98521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70D52-B8FC-910E-140B-715F9BEB8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C8454-B2ED-B3C5-82A1-FDC928211B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F4271-52CA-7A07-D3B2-4FD51DC22B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E1EA8-6F50-6C57-C7DA-111A487A82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6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4258632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859E6-311E-EC56-BA10-D4CEC33B7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E1248B-717E-0D49-C8AE-DAFEE00E8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90D61-997C-06C7-459A-EF8399193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67D40-1FEA-73E3-016D-11F461EE5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7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0909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5FB3-69BD-30BA-01A5-D95676E70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BCACA-3987-D388-E1AA-CEFB4E6E23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27FF91-B8B8-8D42-CEAB-7B616B61B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1891D-47EF-08E7-C8BE-AA05AA0DED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9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420275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9C0AC-A662-335D-1EC0-BB3EEDAC9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76B88-7361-641D-FD52-8F10D286C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15D2B6-9C68-F9CA-3401-AC0C5484A8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5F38A-A4F6-2B2E-5AAB-15385CC09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5EAB4-D1D5-C241-AC52-2CD4EC62261E}" type="slidenum">
              <a:rPr lang="en-JP" smtClean="0"/>
              <a:t>10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0753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AF07-917A-6D6B-56E1-8C6AE1C1A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44D1BA-77A7-9619-BA6E-3BBC3B459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>
                <a:solidFill>
                  <a:srgbClr val="CDD6F4"/>
                </a:solidFill>
              </a:rPr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56D77-77E5-BD8A-8E28-DC29E080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774D4-2565-0527-B015-0FFA6976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2F744-3A79-F943-2D67-3B6D13977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5630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0A60-0F4C-F081-8E48-921D99CE1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AAD9D-43E1-30C0-9EC3-59189C992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C0355-C088-FC7B-2E9F-38758E10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21833-F66B-32A1-DE42-E8D7A54F4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A7B12-6221-61AF-12EC-CE0EF92C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08308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4E380-8C57-D44C-2091-9D57135AA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43B178-BC8D-19D3-6071-25F762248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8B9A8-AA91-C2ED-075F-9C7D7BEA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9183B-03D0-FEF3-A936-DD711466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73182-3F1D-F290-B4B5-686ACC2FB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22300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36FE2-C49E-A7FE-BFBD-0F191BC57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6A9AB-9B7B-CEBE-E365-44A0416EF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85997-D438-7F26-A9F3-07F1F1934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D67951-4B8D-B4C8-0C03-5AC995EB1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E060ED-853C-4984-0D94-ACF47F96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66CEE3-8C42-26C9-DB39-BA14A502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35930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5092F-7CF3-8726-F4CB-0F9A492DB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7FF98-88B0-2F9B-1F30-55F681810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DE27A4-D0B1-95C7-36DC-7683D5A891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9F53E-2FBC-E4F5-F42B-60F44B5B3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29585-E564-1A21-2A48-F015A3914E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E37B64-5DE6-9EB8-9E4B-998BB1101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E248C-9610-CDE9-6D5F-8870E303D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F007-6BB0-6539-4D2D-574824B56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849385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29BF0-093F-47D3-7D87-A7EC55DBB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83CC29-D1E3-CE19-DA41-AFFC317D0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9B15B-2BFA-25F7-7315-A03E7DEA5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D2B0A-04D0-D96E-73A8-CE616ADB1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2171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BFCADD-9E68-E9F0-ED80-8EBB0A62F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FBB7F3-C7B7-3166-BBFF-27B6ADC7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1632EF-B929-E725-B67F-80A6FD74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884202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86D3A-7F18-A0BE-7E94-F8C65081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6F173-C45C-330B-1964-FD1F5B70C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8BBAC-D1D3-FE25-572F-91EBE23DE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51982D-61E3-D873-F1E0-7B38928CD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FD25E-E442-8EF9-D2C2-82E2D6925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5111B5-B851-23DB-4D9E-12138786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885092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F7763-D703-BFDD-F05B-922052A2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E94D6-A0B9-4E8C-3FC5-2A3F51FF1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92B0C-4FBD-8DE6-1515-ABD27BA8A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5B1F7D-838D-A1C2-1A1B-2FAA0A3A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E5A14-551B-BB30-E84C-EA152962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B7B26-E95F-EDA0-A018-9BD76DC0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637650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696D-C112-0CC4-3B41-EB13418A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6A9485-0EAA-C301-0AD1-EA9AEDF6F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14355-5FDC-17A9-CD38-21D8874FD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44EC7-93A8-F5E8-5EA4-3A7BFE8E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852A-7A26-E7A2-0A14-A5879AFA1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03768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6FD30-CE88-8DD0-2F7A-20EEC23B0B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996751-38A2-BE60-8723-3D5D3E7F95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96160-2EC4-10C7-494B-D4210CE6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FCA57-0B6E-D731-4FBF-0D40005F6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DB903-B813-F4B5-14FA-36206EE52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9529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C56BBB-FE23-349D-42D7-E9DF0C23B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CDD6F4"/>
                </a:solidFill>
              </a:rPr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85079-71F2-00E6-1085-D4C9B7B12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>
                <a:solidFill>
                  <a:srgbClr val="CDD6F4"/>
                </a:solidFill>
              </a:rPr>
              <a:t>Click to edit Master text styles</a:t>
            </a:r>
          </a:p>
          <a:p>
            <a:pPr lvl="1"/>
            <a:r>
              <a:rPr lang="en-US">
                <a:solidFill>
                  <a:srgbClr val="CDD6F4"/>
                </a:solidFill>
              </a:rPr>
              <a:t>Second level</a:t>
            </a:r>
          </a:p>
          <a:p>
            <a:pPr lvl="2"/>
            <a:r>
              <a:rPr lang="en-US">
                <a:solidFill>
                  <a:srgbClr val="CDD6F4"/>
                </a:solidFill>
              </a:rPr>
              <a:t>Third level</a:t>
            </a:r>
          </a:p>
          <a:p>
            <a:pPr lvl="3"/>
            <a:r>
              <a:rPr lang="en-US">
                <a:solidFill>
                  <a:srgbClr val="CDD6F4"/>
                </a:solidFill>
              </a:rPr>
              <a:t>Fourth level</a:t>
            </a:r>
          </a:p>
          <a:p>
            <a:pPr lvl="4"/>
            <a:r>
              <a:rPr lang="en-US">
                <a:solidFill>
                  <a:srgbClr val="CDD6F4"/>
                </a:solidFill>
              </a:rPr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1F5E6-9303-F241-7969-88580CF6B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F9200-9240-1F48-9D0B-B306D5F7B8B6}" type="datetimeFigureOut">
              <a:rPr lang="en-JP" smtClean="0">
                <a:solidFill>
                  <a:srgbClr val="CDD6F4"/>
                </a:solidFill>
              </a:rPr>
              <a:t>2026/02/20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77E23-5F3B-532E-1DD6-FEEDE1F70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0396F-24F8-8593-C35D-DBC865E14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B410F-4811-BB47-8CBA-F73A8880FE65}" type="slidenum">
              <a:rPr lang="en-JP" smtClean="0">
                <a:solidFill>
                  <a:srgbClr val="CDD6F4"/>
                </a:solidFill>
              </a:rPr>
              <a:t>‹#›</a:t>
            </a:fld>
            <a:endParaRPr lang="en-JP"/>
          </a:p>
        </p:txBody>
      </p:sp>
      <p:pic>
        <p:nvPicPr>
          <p:cNvPr id="9999" name="GitHub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69040" y="603504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93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log/changelog/label/copilot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D594B-95C5-DECF-BDB2-118BD519DE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GitHub Updates</a:t>
            </a:r>
            <a:endParaRPr lang="en-JP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9D805-9BF6-1178-7FEA-DC795A08BE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X月X日</a:t>
            </a: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〜 </a:t>
            </a:r>
            <a:r>
              <a:rPr lang="en-US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X月X日</a:t>
            </a:r>
            <a:r>
              <a:rPr lang="en-US" dirty="0">
                <a:solidFill>
                  <a:schemeClr val="bg1">
                    <a:lumMod val="10000"/>
                    <a:lumOff val="9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 </a:t>
            </a:r>
            <a:r>
              <a:rPr lang="en-US" dirty="0" err="1">
                <a:solidFill>
                  <a:schemeClr val="bg1">
                    <a:lumMod val="10000"/>
                    <a:lumOff val="90000"/>
                  </a:schemeClr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のアップデート</a:t>
            </a:r>
            <a:endParaRPr lang="en-JP" dirty="0">
              <a:solidFill>
                <a:schemeClr val="bg1">
                  <a:lumMod val="10000"/>
                  <a:lumOff val="9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A12CE2-40B2-C01A-4F0D-12699CDA6C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61" b="14261"/>
          <a:stretch/>
        </p:blipFill>
        <p:spPr>
          <a:xfrm>
            <a:off x="339573" y="6124575"/>
            <a:ext cx="517525" cy="517525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D7AAA8-68E4-DCBA-4442-71A1398ADBAE}"/>
              </a:ext>
            </a:extLst>
          </p:cNvPr>
          <p:cNvSpPr txBox="1"/>
          <p:nvPr/>
        </p:nvSpPr>
        <p:spPr>
          <a:xfrm>
            <a:off x="827436" y="6114032"/>
            <a:ext cx="17684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JP" dirty="0"/>
              <a:t>Theo Monfort</a:t>
            </a:r>
          </a:p>
          <a:p>
            <a:r>
              <a:rPr lang="en-US" sz="1000" dirty="0"/>
              <a:t>Senior Solution Architect</a:t>
            </a:r>
            <a:endParaRPr lang="en-JP" sz="1000" dirty="0"/>
          </a:p>
        </p:txBody>
      </p:sp>
    </p:spTree>
    <p:extLst>
      <p:ext uri="{BB962C8B-B14F-4D97-AF65-F5344CB8AC3E}">
        <p14:creationId xmlns:p14="http://schemas.microsoft.com/office/powerpoint/2010/main" val="3213719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B0D3B-98B7-3E74-FB60-B85558931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2E2A3-905A-92DB-8871-DBB313893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Table of content</a:t>
            </a:r>
            <a:endParaRPr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97354-215E-89C3-83AC-5ED1EC29C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1 Copilot (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２件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800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2 Administration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　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(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３件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800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ja-JP" altLang="en-US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３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GitHub Action (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４件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800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ja-JP" altLang="en-US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４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GitHub Action (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１件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800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４</a:t>
            </a:r>
            <a:r>
              <a:rPr lang="en-US" altLang="ja-JP" sz="18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 </a:t>
            </a:r>
            <a:r>
              <a:rPr lang="ja-JP" altLang="en-US" sz="18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その他</a:t>
            </a:r>
            <a:endParaRPr lang="en-US" altLang="ja-JP" sz="1800" b="1" dirty="0">
              <a:solidFill>
                <a:schemeClr val="accent2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600" b="1" dirty="0">
              <a:solidFill>
                <a:srgbClr val="BAC2DE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en-US" altLang="ja-JP" sz="1600" b="1" dirty="0">
              <a:solidFill>
                <a:srgbClr val="BAC2DE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  <a:p>
            <a:pPr marL="0" indent="0">
              <a:spcBef>
                <a:spcPts val="400"/>
              </a:spcBef>
              <a:spcAft>
                <a:spcPts val="200"/>
              </a:spcAft>
              <a:buNone/>
            </a:pPr>
            <a:endParaRPr lang="ja-JP" altLang="en-US" sz="1600" b="1" dirty="0">
              <a:solidFill>
                <a:srgbClr val="BAC2DE"/>
              </a:solidFill>
              <a:latin typeface="Hiragino Sans GB W6" panose="020B0300000000000000" pitchFamily="34" charset="-128"/>
              <a:ea typeface="Hiragino Sans GB W6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279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E979-E088-1369-9ADF-8A6612E47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96" y="2766218"/>
            <a:ext cx="11826240" cy="1325563"/>
          </a:xfrm>
        </p:spPr>
        <p:txBody>
          <a:bodyPr>
            <a:norm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lang="en-US" altLang="ja-JP" sz="60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Copilot (4</a:t>
            </a:r>
            <a:r>
              <a:rPr lang="ja-JP" altLang="en-US" sz="60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件</a:t>
            </a:r>
            <a:r>
              <a:rPr lang="en-US" altLang="ja-JP" sz="60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137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C15A7-D5E7-AA67-BACA-A6125F83C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のタイトル１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1DED0-6E05-3822-6BB6-8CA984F26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sz="2000" dirty="0"/>
              <a:t>説明その１</a:t>
            </a:r>
          </a:p>
          <a:p>
            <a:endParaRPr lang="en-JP" sz="2000" dirty="0"/>
          </a:p>
          <a:p>
            <a:r>
              <a:rPr lang="en-JP" sz="2000" dirty="0"/>
              <a:t>説明その２</a:t>
            </a:r>
          </a:p>
          <a:p>
            <a:endParaRPr lang="en-JP" sz="2000" dirty="0"/>
          </a:p>
          <a:p>
            <a:r>
              <a:rPr lang="en-JP" sz="2000" dirty="0"/>
              <a:t>説明その３</a:t>
            </a:r>
          </a:p>
          <a:p>
            <a:endParaRPr lang="en-JP" sz="2000" dirty="0"/>
          </a:p>
          <a:p>
            <a:endParaRPr lang="en-JP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48B950C-B034-E5CF-828C-8BE66FE5958D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6EE51B-E87A-E2C3-C2A0-81073FE7B7CF}"/>
              </a:ext>
            </a:extLst>
          </p:cNvPr>
          <p:cNvSpPr/>
          <p:nvPr/>
        </p:nvSpPr>
        <p:spPr>
          <a:xfrm>
            <a:off x="2199978" y="6311899"/>
            <a:ext cx="1323510" cy="319087"/>
          </a:xfrm>
          <a:prstGeom prst="roundRect">
            <a:avLst/>
          </a:prstGeom>
          <a:solidFill>
            <a:srgbClr val="092F6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</a:t>
            </a:r>
          </a:p>
        </p:txBody>
      </p:sp>
    </p:spTree>
    <p:extLst>
      <p:ext uri="{BB962C8B-B14F-4D97-AF65-F5344CB8AC3E}">
        <p14:creationId xmlns:p14="http://schemas.microsoft.com/office/powerpoint/2010/main" val="107345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310BA634-7451-6F92-457D-D3B38B13D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062" y="1690688"/>
            <a:ext cx="7976003" cy="4235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A33FB2-739F-C896-0015-E9AC7CE2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のタイトル１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4710E2-A0E8-FBA9-836C-D47D8488013B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D7BFDE-AC27-D906-E401-86629F650D74}"/>
              </a:ext>
            </a:extLst>
          </p:cNvPr>
          <p:cNvSpPr/>
          <p:nvPr/>
        </p:nvSpPr>
        <p:spPr>
          <a:xfrm>
            <a:off x="2199978" y="6311899"/>
            <a:ext cx="1323510" cy="319087"/>
          </a:xfrm>
          <a:prstGeom prst="roundRect">
            <a:avLst/>
          </a:prstGeom>
          <a:solidFill>
            <a:srgbClr val="092F6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</a:t>
            </a:r>
          </a:p>
        </p:txBody>
      </p:sp>
    </p:spTree>
    <p:extLst>
      <p:ext uri="{BB962C8B-B14F-4D97-AF65-F5344CB8AC3E}">
        <p14:creationId xmlns:p14="http://schemas.microsoft.com/office/powerpoint/2010/main" val="3001611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0600-7723-620B-0B4E-E29771FBA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A11B-059C-272F-8354-F0133FFD0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のタイトル２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1C0F-2CA1-A848-D32F-EEC005F6D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sz="2000" dirty="0"/>
              <a:t>説明その１</a:t>
            </a:r>
          </a:p>
          <a:p>
            <a:r>
              <a:rPr lang="en-JP" sz="2000" dirty="0"/>
              <a:t>説明その２</a:t>
            </a:r>
          </a:p>
          <a:p>
            <a:r>
              <a:rPr lang="en-JP" sz="2000" dirty="0"/>
              <a:t>説明その３</a:t>
            </a:r>
          </a:p>
          <a:p>
            <a:endParaRPr lang="en-JP" sz="2000" dirty="0"/>
          </a:p>
          <a:p>
            <a:endParaRPr lang="en-JP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079D06D-D10C-F44B-21DB-AA5D2CA3A358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3026B1E-A04E-9022-42A7-06BAFE23BC5F}"/>
              </a:ext>
            </a:extLst>
          </p:cNvPr>
          <p:cNvSpPr/>
          <p:nvPr/>
        </p:nvSpPr>
        <p:spPr>
          <a:xfrm>
            <a:off x="2199978" y="6311899"/>
            <a:ext cx="933366" cy="319087"/>
          </a:xfrm>
          <a:prstGeom prst="roundRect">
            <a:avLst/>
          </a:prstGeom>
          <a:solidFill>
            <a:srgbClr val="67070C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RETIRED</a:t>
            </a:r>
          </a:p>
        </p:txBody>
      </p:sp>
    </p:spTree>
    <p:extLst>
      <p:ext uri="{BB962C8B-B14F-4D97-AF65-F5344CB8AC3E}">
        <p14:creationId xmlns:p14="http://schemas.microsoft.com/office/powerpoint/2010/main" val="4119703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B41DD-E368-B795-DCE1-6122EF31C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7FA1-A49B-B631-4624-D21935C64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のタイトル３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645A9-E7AD-4321-0786-D050E6B63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sz="2000" dirty="0"/>
              <a:t>説明その１</a:t>
            </a:r>
          </a:p>
          <a:p>
            <a:r>
              <a:rPr lang="en-JP" sz="2000" dirty="0"/>
              <a:t>説明その２</a:t>
            </a:r>
          </a:p>
          <a:p>
            <a:r>
              <a:rPr lang="en-JP" sz="2000" dirty="0"/>
              <a:t>説明その３</a:t>
            </a:r>
          </a:p>
          <a:p>
            <a:endParaRPr lang="en-JP" sz="2000" dirty="0"/>
          </a:p>
          <a:p>
            <a:endParaRPr lang="en-JP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841F451-4BF1-24F0-29EC-DCFB20E573E8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1870A8-2C9A-6E0E-8789-72297D9C7B83}"/>
              </a:ext>
            </a:extLst>
          </p:cNvPr>
          <p:cNvSpPr/>
          <p:nvPr/>
        </p:nvSpPr>
        <p:spPr>
          <a:xfrm>
            <a:off x="2199978" y="6311899"/>
            <a:ext cx="1323510" cy="319087"/>
          </a:xfrm>
          <a:prstGeom prst="roundRect">
            <a:avLst/>
          </a:prstGeom>
          <a:solidFill>
            <a:srgbClr val="053A16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1352521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99A7-D898-E5FD-4360-0EAA78BEF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86EA2-2A37-9328-BB9E-ACEE49F1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" y="2766218"/>
            <a:ext cx="11923776" cy="1325563"/>
          </a:xfrm>
        </p:spPr>
        <p:txBody>
          <a:bodyPr>
            <a:norm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</a:pPr>
            <a:r>
              <a:rPr lang="en-US" altLang="ja-JP" sz="60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Administration</a:t>
            </a:r>
            <a:r>
              <a:rPr lang="ja-JP" altLang="en-US" sz="60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　</a:t>
            </a:r>
            <a:r>
              <a:rPr lang="en-US" altLang="ja-JP" sz="60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(</a:t>
            </a:r>
            <a:r>
              <a:rPr lang="ja-JP" altLang="en-US" sz="6000" b="1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３件</a:t>
            </a:r>
            <a:r>
              <a:rPr lang="en-US" altLang="ja-JP" sz="6000" b="1" dirty="0">
                <a:solidFill>
                  <a:schemeClr val="accent2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91958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21F6A-7A30-2D48-5487-ECA2D9621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757DD-198B-A8CA-1321-FBF7ABC3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のタイトル１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452DE-9A9A-6488-4FB8-22079FD99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sz="2000" dirty="0"/>
              <a:t>説明その１</a:t>
            </a:r>
          </a:p>
          <a:p>
            <a:r>
              <a:rPr lang="en-JP" sz="2000" dirty="0"/>
              <a:t>説明その２</a:t>
            </a:r>
          </a:p>
          <a:p>
            <a:r>
              <a:rPr lang="en-JP" sz="2000" dirty="0"/>
              <a:t>説明その３</a:t>
            </a:r>
          </a:p>
          <a:p>
            <a:endParaRPr lang="en-JP" sz="2000" dirty="0"/>
          </a:p>
          <a:p>
            <a:endParaRPr lang="en-JP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C4157A-0782-B65D-5694-C01C62B2152E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FD41D8-135B-0F06-4ECB-3A1572B6EE30}"/>
              </a:ext>
            </a:extLst>
          </p:cNvPr>
          <p:cNvSpPr/>
          <p:nvPr/>
        </p:nvSpPr>
        <p:spPr>
          <a:xfrm>
            <a:off x="2199978" y="6311899"/>
            <a:ext cx="1323510" cy="319087"/>
          </a:xfrm>
          <a:prstGeom prst="roundRect">
            <a:avLst/>
          </a:prstGeom>
          <a:solidFill>
            <a:srgbClr val="092F6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</a:t>
            </a:r>
          </a:p>
        </p:txBody>
      </p:sp>
    </p:spTree>
    <p:extLst>
      <p:ext uri="{BB962C8B-B14F-4D97-AF65-F5344CB8AC3E}">
        <p14:creationId xmlns:p14="http://schemas.microsoft.com/office/powerpoint/2010/main" val="237893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76222-1B91-FED3-4B6C-1CDDB31A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09B75-F4F3-072E-D12A-8D4220C3C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dirty="0">
                <a:solidFill>
                  <a:schemeClr val="accent2"/>
                </a:solidFill>
              </a:rPr>
              <a:t>Changelog のタイトル１</a:t>
            </a:r>
            <a:endParaRPr lang="en-JP" sz="2800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E18E-34C7-4C8C-E1AE-D3E64A1BE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JP" sz="2000" dirty="0"/>
              <a:t>説明その１</a:t>
            </a:r>
          </a:p>
          <a:p>
            <a:r>
              <a:rPr lang="en-JP" sz="2000" dirty="0"/>
              <a:t>説明その２</a:t>
            </a:r>
          </a:p>
          <a:p>
            <a:r>
              <a:rPr lang="en-JP" sz="2000" dirty="0"/>
              <a:t>説明その３</a:t>
            </a:r>
          </a:p>
          <a:p>
            <a:endParaRPr lang="en-JP" sz="2000" dirty="0"/>
          </a:p>
          <a:p>
            <a:endParaRPr lang="en-JP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E56364-502E-56F1-FFA3-987DFD56CED3}"/>
              </a:ext>
            </a:extLst>
          </p:cNvPr>
          <p:cNvSpPr/>
          <p:nvPr/>
        </p:nvSpPr>
        <p:spPr>
          <a:xfrm>
            <a:off x="278693" y="6311900"/>
            <a:ext cx="1739900" cy="315912"/>
          </a:xfrm>
          <a:prstGeom prst="round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FEBRUARY</a:t>
            </a:r>
            <a:r>
              <a:rPr lang="ja-JP" altLang="en-US" sz="120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altLang="ja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23, 1995</a:t>
            </a:r>
            <a:endParaRPr lang="en-JP" sz="1200" dirty="0">
              <a:solidFill>
                <a:srgbClr val="FFFE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A4F158-085F-4289-6DC6-53E596D7368F}"/>
              </a:ext>
            </a:extLst>
          </p:cNvPr>
          <p:cNvSpPr/>
          <p:nvPr/>
        </p:nvSpPr>
        <p:spPr>
          <a:xfrm>
            <a:off x="2199978" y="6311899"/>
            <a:ext cx="1323510" cy="319087"/>
          </a:xfrm>
          <a:prstGeom prst="roundRect">
            <a:avLst/>
          </a:prstGeom>
          <a:solidFill>
            <a:srgbClr val="092F69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sz="1200" dirty="0">
                <a:solidFill>
                  <a:srgbClr val="FFFE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IMPROVEMENT</a:t>
            </a:r>
          </a:p>
        </p:txBody>
      </p:sp>
    </p:spTree>
    <p:extLst>
      <p:ext uri="{BB962C8B-B14F-4D97-AF65-F5344CB8AC3E}">
        <p14:creationId xmlns:p14="http://schemas.microsoft.com/office/powerpoint/2010/main" val="2446875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ppuccin Mocha">
      <a:dk1>
        <a:srgbClr val="CDD6F4"/>
      </a:dk1>
      <a:lt1>
        <a:srgbClr val="1E1E2E"/>
      </a:lt1>
      <a:dk2>
        <a:srgbClr val="BAC2DE"/>
      </a:dk2>
      <a:lt2>
        <a:srgbClr val="181825"/>
      </a:lt2>
      <a:accent1>
        <a:srgbClr val="89B4FA"/>
      </a:accent1>
      <a:accent2>
        <a:srgbClr val="CBA6F7"/>
      </a:accent2>
      <a:accent3>
        <a:srgbClr val="A6E3A1"/>
      </a:accent3>
      <a:accent4>
        <a:srgbClr val="FAB387"/>
      </a:accent4>
      <a:accent5>
        <a:srgbClr val="F5C2E7"/>
      </a:accent5>
      <a:accent6>
        <a:srgbClr val="94E2D5"/>
      </a:accent6>
      <a:hlink>
        <a:srgbClr val="74C7EC"/>
      </a:hlink>
      <a:folHlink>
        <a:srgbClr val="7F849C"/>
      </a:folHlink>
    </a:clrScheme>
    <a:fontScheme name="Catppuccin">
      <a:majorFont>
        <a:latin typeface="Hiragino Sans GB" panose="02110004020202020204"/>
        <a:ea typeface="Hiragino Sans GB"/>
        <a:cs typeface="Hiragino Sans GB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 panose="02110004020202020204"/>
        <a:ea typeface="Hiragino Sans GB"/>
        <a:cs typeface="Hiragino Sans GB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139</Words>
  <Application>Microsoft Macintosh PowerPoint</Application>
  <PresentationFormat>Widescreen</PresentationFormat>
  <Paragraphs>58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Hiragino Sans GB</vt:lpstr>
      <vt:lpstr>Hiragino Sans GB W3</vt:lpstr>
      <vt:lpstr>Hiragino Sans GB W6</vt:lpstr>
      <vt:lpstr>Aptos</vt:lpstr>
      <vt:lpstr>Arial</vt:lpstr>
      <vt:lpstr>Roboto</vt:lpstr>
      <vt:lpstr>Office Theme</vt:lpstr>
      <vt:lpstr>GitHub Updates</vt:lpstr>
      <vt:lpstr>Table of content</vt:lpstr>
      <vt:lpstr>Copilot (4件)</vt:lpstr>
      <vt:lpstr>Changelog のタイトル１</vt:lpstr>
      <vt:lpstr>Changelog のタイトル１</vt:lpstr>
      <vt:lpstr>Changelog のタイトル２</vt:lpstr>
      <vt:lpstr>Changelog のタイトル３</vt:lpstr>
      <vt:lpstr>Administration　(３件)</vt:lpstr>
      <vt:lpstr>Changelog のタイトル１</vt:lpstr>
      <vt:lpstr>Changelog のタイトル１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Jacques Lalancette</dc:creator>
  <cp:lastModifiedBy>monfort.theo@gmail.com</cp:lastModifiedBy>
  <cp:revision>26</cp:revision>
  <dcterms:created xsi:type="dcterms:W3CDTF">2026-02-13T02:05:11Z</dcterms:created>
  <dcterms:modified xsi:type="dcterms:W3CDTF">2026-02-20T04:49:13Z</dcterms:modified>
</cp:coreProperties>
</file>